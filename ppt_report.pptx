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61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554361"/>
            <a:ext cx="3494410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596851"/>
            <a:ext cx="378149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OPEN-VOCABULARY MULTIMODAL EMOTION RECOGNITION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87746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dirty="0"/>
              <a:t>Project Report</a:t>
            </a:r>
          </a:p>
        </p:txBody>
      </p:sp>
      <p:sp>
        <p:nvSpPr>
          <p:cNvPr id="5" name="Text 3"/>
          <p:cNvSpPr/>
          <p:nvPr/>
        </p:nvSpPr>
        <p:spPr>
          <a:xfrm>
            <a:off x="496119" y="297604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Lightweight discriminative model · text + audio + visual · short video clips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🎯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Best result: </a:t>
            </a:r>
            <a:r>
              <a:rPr lang="en-US" sz="1100" b="1" i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F_s = 44.6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open-vocabulary emotion recognition (human-aligned 5-fold CV)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230758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1B5F3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8609" y="411063"/>
            <a:ext cx="602977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31591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MER2026 / MER-Caption+ Dataset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8824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206354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Per-Clip Modalities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658469" y="2381221"/>
            <a:ext cx="3989412" cy="607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Audio (WAV)</a:t>
            </a:r>
            <a:endParaRPr lang="en-US" sz="10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OpenFace face frames</a:t>
            </a:r>
            <a:endParaRPr lang="en-US" sz="10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Chinese &amp; English subtitles</a:t>
            </a:r>
            <a:endParaRPr lang="en-US" sz="10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Free-text description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63232" y="3358186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Label Vocabulary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232" y="3632920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3,311 raw emotion words → </a:t>
            </a:r>
            <a:r>
              <a:rPr lang="en-US" sz="10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190 wheel canonicals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19410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1B5F3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8609" y="411063"/>
            <a:ext cx="891629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8062" y="62515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Overall Pipeline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9115" y="4354487"/>
            <a:ext cx="6644909" cy="330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Encoders are frozen and features cached once — enabling cheap, reproducible training on a single 16 GB GPU.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open-vocab head cosine-matches against emotion-word anchors to emit labels above a learned threshold.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1C8D17-C53F-3375-3BA5-457A91D34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24" y="971475"/>
            <a:ext cx="6745971" cy="31363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19435"/>
            <a:ext cx="1039490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1B5F3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761926"/>
            <a:ext cx="132657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42541"/>
            <a:ext cx="58183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Frozen Encoders &amp; Feature Cache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698129"/>
            <a:ext cx="8151763" cy="1876425"/>
          </a:xfrm>
          <a:prstGeom prst="roundRect">
            <a:avLst>
              <a:gd name="adj" fmla="val 113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714" y="1792709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Modality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73498" y="1792709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Encoder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30379" y="1792709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Output Dim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2203921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73498" y="2203921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emotion2vec (plus_large)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0379" y="2203921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2615133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73498" y="2615133"/>
            <a:ext cx="29686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14 + FER-ViT on OpenFace faces [T,112,112,3]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0379" y="2615133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768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3253160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73498" y="3253160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BGE-M3 (Chinese-capable)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0379" y="3253160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1024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1269"/>
            <a:ext cx="1006748" cy="255240"/>
          </a:xfrm>
          <a:prstGeom prst="roundRect">
            <a:avLst>
              <a:gd name="adj" fmla="val 6457"/>
            </a:avLst>
          </a:prstGeom>
          <a:noFill/>
          <a:ln/>
          <a:effectLst>
            <a:outerShdw blurRad="101600" dist="50800" dir="16200000" algn="bl" rotWithShape="0">
              <a:srgbClr val="1B5F3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8495" y="432420"/>
            <a:ext cx="1299195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99715"/>
            <a:ext cx="629632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DQF Fusion Body — Core Architecture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328365"/>
            <a:ext cx="4787801" cy="2841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10481" y="3510821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Global Fusion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81" y="339618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Q-CA Cross-Attn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86226" y="3510821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Q-UA Refine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19588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Config: d_model=256, heads=4, layers=6, n_query=8 · </a:t>
            </a:r>
            <a:r>
              <a:rPr lang="en-US" sz="10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≈19.8M trainable params.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Outputs 7 granularities {t, a, v, ta, tv, av, tav} for auxiliary loss hooks.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97062"/>
            <a:ext cx="1078260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1B5F3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939552"/>
            <a:ext cx="13653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20167"/>
            <a:ext cx="66443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Open-Vocab Head &amp; Training Objective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175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AlignHead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80729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Fused tav [256] → 512 → 1024, L2-normalized into BGE text space. Inference: cosine-match vs. frozen emotion-word anchors → emit labels above learned threshold (open-vocab by construction).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0175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Loss Function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380729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Multi-positive InfoNCE (word anchors)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DQF multi-granularity auxiliary losses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75506"/>
            <a:ext cx="1078260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1B5F3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1117997"/>
            <a:ext cx="13653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9861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Evaluation Metric: F_s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054200"/>
            <a:ext cx="19050" cy="545753"/>
          </a:xfrm>
          <a:prstGeom prst="roundRect">
            <a:avLst>
              <a:gd name="adj" fmla="val 60000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708720" y="2213670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F_s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= emotion-wheel-grouped set metric (Lian et al., OV-MER, ICML 2025) — </a:t>
            </a: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only selection metric.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759422"/>
            <a:ext cx="2622724" cy="13085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3127" y="29202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Group Mapping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3127" y="3226743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Maps each predicted/gold word → wheel group (synonyms merged: </a:t>
            </a: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joyful ≈ happy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759422"/>
            <a:ext cx="2622724" cy="13085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7610" y="29202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Set Precision / Recall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97610" y="3226743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Per-sample set precision/recall → corpus </a:t>
            </a: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harmonic mean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2759422"/>
            <a:ext cx="2622724" cy="13085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2092" y="29202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Selection Rule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62092" y="3226743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Never select on accuracy or loss — only F_s (checkpoint + threshold on val)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22065"/>
            <a:ext cx="656927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64555"/>
            <a:ext cx="94401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45171"/>
            <a:ext cx="44332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🎯</a:t>
            </a: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Best Result: F_s = 44.6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97160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44.6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907107" y="2616547"/>
            <a:ext cx="177715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Human-Aligned CV </a:t>
            </a: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92782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1,532 human clips · linear probe (frozen feats)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72433" y="197160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36.5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3685952" y="26165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Machine-Only CV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433" y="292305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30,779 machine clips · full DQF (~20M params)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48747" y="197160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~28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462266" y="26165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Cross-Data (Rejected)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48747" y="292305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Machine→human transfer — domain gap too large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3540919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Trained + evaluated on the </a:t>
            </a: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1,532 clean human-labeled clips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(5-fold CV, select on val / report on test — no leakage). Upgraded frozen features (emotion2vec-plus-large + FER-ViT + BGE-M3), open-vocab head. </a:t>
            </a: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Takeaway: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clean human labels beat 20× more noisy machine labels → label </a:t>
            </a: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quality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not quantity.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E4C7978-9628-BC25-F9AA-B57F685CB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78" y="1027387"/>
            <a:ext cx="7855115" cy="3021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On-screen Show (16:9)</PresentationFormat>
  <Paragraphs>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Alice</vt:lpstr>
      <vt:lpstr>Arial</vt:lpstr>
      <vt:lpstr>Lora</vt:lpstr>
      <vt:lpstr>Lora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ANURADHA NANDAGOPAL</dc:creator>
  <cp:lastModifiedBy>ANURADHA NANDAGOPAL</cp:lastModifiedBy>
  <cp:revision>1</cp:revision>
  <dcterms:modified xsi:type="dcterms:W3CDTF">2026-08-01T08:34:45Z</dcterms:modified>
</cp:coreProperties>
</file>